
<file path=[Content_Types].xml><?xml version="1.0" encoding="utf-8"?>
<Types xmlns="http://schemas.openxmlformats.org/package/2006/content-types">
  <Default Extension="xml" ContentType="application/xml"/>
</Type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2"/>
    <p:sldId id="257" r:id="rId3"/>
  </p:sldIdLst>
</p:presentation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x"/>
          <p:cNvSpPr/>
          <p:nvPr>
            <p:ph type="sldImg"/>
          </p:nvPr>
        </p:nvSpPr>
        <p:txBody/>
      </p:sp>
      <p:sp>
        <p:nvSpPr>
          <p:cNvPr id="1" name="x"/>
          <p:cNvSpPr/>
          <p:nvPr>
            <p:ph type="body"/>
          </p:nvPr>
        </p:nvSpPr>
        <p:txBody>
          <a:p>
            <a:r>
              <a:t>Recordar citar a Foucault.</a:t>
            </a:r>
          </a:p>
        </p:txBody>
      </p:sp>
      <p:sp>
        <p:nvSpPr>
          <p:cNvPr id="1" name="x"/>
          <p:cNvSpPr/>
          <p:nvPr>
            <p:ph type="sldNum"/>
          </p:nvPr>
        </p:nvSpPr>
        <p:txBody>
          <a:p>
            <a:r>
              <a:t>2</a:t>
            </a:r>
          </a:p>
        </p:txBody>
      </p:sp>
    </p:spTree>
  </p:cSld>
</p:notes>
</file>

<file path=ppt/slides/_rels/slide2.xml.rels><?xml version="1.0" encoding="UTF-8"?><Relationships xmlns="http://schemas.openxmlformats.org/package/2006/relationships"><Relationship Id="rId1" Type="http://schemas.openxmlformats.org/officeDocument/2006/relationships/notesSlide" Target="../notesSlides/notesSlide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x"/>
          <p:cNvSpPr/>
          <p:nvPr>
            <p:ph type="title"/>
          </p:nvPr>
        </p:nvSpPr>
        <p:txBody>
          <a:p>
            <a:r>
              <a:t>Introducción</a:t>
            </a:r>
          </a:p>
        </p:txBody>
      </p:sp>
      <p:sp>
        <p:nvSpPr>
          <p:cNvPr id="1" name="x"/>
          <p:cNvSpPr/>
          <p:nvPr>
            <p:ph type="body"/>
          </p:nvPr>
        </p:nvSpPr>
        <p:txBody>
          <a:p>
            <a:r>
              <a:t>Primera idea</a:t>
            </a:r>
          </a:p>
          <a:p>
            <a:r>
              <a:t>Segunda idea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x"/>
          <p:cNvSpPr/>
          <p:nvPr>
            <p:ph type="title"/>
          </p:nvPr>
        </p:nvSpPr>
        <p:txBody>
          <a:p>
            <a:r>
              <a:t>Conclusiones</a:t>
            </a:r>
          </a:p>
        </p:txBody>
      </p:sp>
      <p:sp>
        <p:nvSpPr>
          <p:cNvPr id="1" name="x"/>
          <p:cNvSpPr/>
          <p:nvPr>
            <p:ph type="body"/>
          </p:nvPr>
        </p:nvSpPr>
        <p:txBody>
          <a:p>
            <a:r>
              <a:t>Todo cuadra</a:t>
            </a:r>
          </a:p>
        </p:txBody>
      </p:sp>
    </p:spTree>
  </p:cSld>
</p:sld>
</file>